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_cover_17863570135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6858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0FF96"/>
                </a:solidFill>
                <a:latin typeface="Arial"/>
              </a:defRPr>
            </a:pPr>
            <a:r>
              <a:t>cdCTF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O'zbekistonning innovatsion kiberxavfsizlik akademiyasi va Talent Pipeline platformasi.</a:t>
            </a:r>
            <a:br/>
            <a:br/>
            <a:r>
              <a:t>Investitsiya maqsadi: $10,000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_problem_17863570238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6858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0FF96"/>
                </a:solidFill>
                <a:latin typeface="Arial"/>
              </a:defRPr>
            </a:pPr>
            <a:r>
              <a:t>MUAMMO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Kiberxavfsizlik kadrlarining keskin yetishmovchiligi:</a:t>
            </a:r>
            <a:br/>
            <a:br/>
            <a:r>
              <a:t>• O'zbek tilida amaliy, chuqurlashtirilgan ta'lim yo'q.</a:t>
            </a:r>
            <a:br/>
            <a:r>
              <a:t>• Iqtidorli yoshlar bor, lekin ishga joylashish tizimi yo'q.</a:t>
            </a:r>
            <a:br/>
            <a:r>
              <a:t>• Kompaniyalar xavfsizlik mutaxassislarini topishga qiynalmoqda.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_solution_1786357033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68580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0FF96"/>
                </a:solidFill>
                <a:latin typeface="Arial"/>
              </a:defRPr>
            </a:pPr>
            <a:r>
              <a:t>YECHIM: cdCTF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O'rganishdan birinchi ishgacha bo'lgan yagona ekotizim:</a:t>
            </a:r>
            <a:br/>
            <a:br/>
            <a:r>
              <a:t>• Akademiya: 8 modul, 64 dars (uz/ru/en).</a:t>
            </a:r>
            <a:br/>
            <a:r>
              <a:t>• CTF Platformasi: 97+ amaliy laboratoriyalar.</a:t>
            </a:r>
            <a:br/>
            <a:r>
              <a:t>• Karyera: Bitiruvchilarni to'g'ridan-to'g'ri kompaniyalarga ulash.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0FF96"/>
                </a:solidFill>
                <a:latin typeface="Arial"/>
              </a:defRPr>
            </a:pPr>
            <a:r>
              <a:t>TEXNOLOGIYA VA XAVFSIZLIK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Sanoat standartlaridagi kuchli arxitektura:</a:t>
            </a:r>
            <a:br/>
            <a:br/>
            <a:r>
              <a:t>• Zamonaviy Stack: React, Vite, Express 5, PostgreSQL, Drizzle</a:t>
            </a:r>
            <a:br/>
            <a:r>
              <a:t>• Xavfsiz Laboratoriyalar: Maxsus Docker konteynerlar orqali izolyatsiya qilingan (Sandboxed) arxitektura.</a:t>
            </a:r>
            <a:br/>
            <a:r>
              <a:t>• 0 Zaiflik: Qat'iy xavfsizlik auditi va 22 ta avtomatik testlardan o'tgan tizim.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0FF96"/>
                </a:solidFill>
                <a:latin typeface="Arial"/>
              </a:defRPr>
            </a:pPr>
            <a:r>
              <a:t>BIZNES MODEL (B2B)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Aniq monetizatsiya rejalari:</a:t>
            </a:r>
            <a:br/>
            <a:br/>
            <a:r>
              <a:t>1. Talent Pipeline (HR Xizmati):</a:t>
            </a:r>
            <a:br/>
            <a:r>
              <a:t>Kompaniyalarga amaliyotda sinalgan mutaxassislarni yetkazib berish va komissiya olish.</a:t>
            </a:r>
            <a:br/>
            <a:br/>
            <a:r>
              <a:t>2. Korporativ Ta'lim:</a:t>
            </a:r>
            <a:br/>
            <a:r>
              <a:t>Kompaniyalarning o'z dasturchilarini xavfsizlikka o'qitish uchun yopiq B2B modullar.</a:t>
            </a:r>
            <a:br/>
            <a:br/>
            <a:r>
              <a:t>3. Premium Modullar:</a:t>
            </a:r>
            <a:br/>
            <a:r>
              <a:t>Chuqurlashtirilgan (Advanced) topshiriqlar va xalqaro darajadagi maxsus sertifikatsiya xizmatlari.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0FF96"/>
                </a:solidFill>
                <a:latin typeface="Arial"/>
              </a:defRPr>
            </a:pPr>
            <a:r>
              <a:t>TRACTION VA YUTUQLAR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Loyiha ishlayapti va foydalanuvchilar o'smoqda:</a:t>
            </a:r>
            <a:br/>
            <a:br/>
            <a:r>
              <a:t>• Holat: MVP to'liq ishga tushirilgan (cdctf.uz)</a:t>
            </a:r>
            <a:br/>
            <a:r>
              <a:t>• Kontent Bazasi: 8 ta to'liq modul va 97 ta amaliy masala yaratib bo'lingan.</a:t>
            </a:r>
            <a:br/>
            <a:r>
              <a:t>• Multilingual: O'zbek, Rus va Ingliz tillarida parallel ishlash.</a:t>
            </a:r>
            <a:br/>
            <a:r>
              <a:t>• Foydalanuvchilar: Ilk qiziqish bildirgan yoshlar platformadan faol foydalanishni boshlagan.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00FF96"/>
                </a:solidFill>
                <a:latin typeface="Arial"/>
              </a:defRPr>
            </a:pPr>
            <a:r>
              <a:t>INVESTITSIYA MAQSADI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So'ralayotgan sarmoya: $10,000 (10 oylik Run-way)</a:t>
            </a:r>
            <a:br/>
            <a:br/>
            <a:r>
              <a:t>Sarflanish rejasi:</a:t>
            </a:r>
            <a:br/>
            <a:r>
              <a:t>• Jamoani Kengaytirish (40%): Yangi murakkab laboratoriyalar yozadigan muhandislar jalb qilish.</a:t>
            </a:r>
            <a:br/>
            <a:r>
              <a:t>• Marketing (40%): Keng ommani jalb qilish va kuchli hamjamiyat qurish uchun reklamalar.</a:t>
            </a:r>
            <a:br/>
            <a:r>
              <a:t>• Infratuzilma (20%): CTF musobaqalari uchun bulutli (Cloud) serverlarni ta'minlash.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32004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500">
                <a:solidFill>
                  <a:srgbClr val="00FF96"/>
                </a:solidFill>
                <a:latin typeface="Arial"/>
              </a:defRPr>
            </a:pPr>
            <a:r>
              <a:t>Bir jamoa. Bir missiya.</a:t>
            </a:r>
            <a:br/>
            <a:br/>
            <a:r>
              <a:t>Hikmatbek Xudoyberganov</a:t>
            </a:r>
            <a:br/>
            <a:r>
              <a:t>cdctf.uz | @cdctf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