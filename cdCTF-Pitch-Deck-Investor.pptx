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Grant/Fond (A)</c:v>
                </c:pt>
              </c:strCache>
            </c:strRef>
          </c:tx>
          <c:spPr>
            <a:solidFill>
              <a:srgbClr val="33E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Homiyli CTF (B)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Talent (C)</c:v>
                </c:pt>
              </c:strCache>
            </c:strRef>
          </c:tx>
          <c:spPr>
            <a:solidFill>
              <a:srgbClr val="F5B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274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AA6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C2745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79408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363456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47504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31552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51560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899648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283696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595360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979408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363456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747504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131552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515600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899648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283696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95360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79408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363456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747504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131552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515600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99648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283696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595360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79408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363456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747504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131552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15600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99648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1283696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595360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979408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363456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747504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131552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515600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899648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1283696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pPr algn="l" indent="0" marL="0">
              <a:buNone/>
            </a:pPr>
            <a:r>
              <a:rPr lang="en-US" sz="7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50292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O'zbekistonning kiberxavfsizlik iste'dodlari zavodi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292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orqali o'rgatadigan, uch tilli va innovatsion ta'lim + CTF platformasi — o'quvchidan mutaxassisgacha bo'lgan yagona yo'l.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2920" y="5029200"/>
            <a:ext cx="1505102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02920" y="5029200"/>
            <a:ext cx="15051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/ Ru / En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190902" y="5029200"/>
            <a:ext cx="1900123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190902" y="5029200"/>
            <a:ext cx="1900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uslubi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73906" y="5029200"/>
            <a:ext cx="2591410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73906" y="5029200"/>
            <a:ext cx="25914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laboratoriyalar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048195" y="5029200"/>
            <a:ext cx="1406347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048195" y="5029200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 CTF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pPr algn="l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2026   •   cdctf.uz   •   Asoschi: Hikmatbek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Iste'dod bor — yo'l yo'q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Kiberxavfsizlikka qiziqish yuqori, lekin mahalliy tildagi, amaliyotga asoslangan yagona o'quv yo'li mavjud 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6243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 to'sig'i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 materiallar asosan ingliz tilida. Ko'pchilik boshlanishidayoq to'xtaydi.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3317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72084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7208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6243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Nazariya ko'p, amaliyot yo'q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20840" y="32461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va PDF o'rgatadi, lekin qo'l bilan ishlash, laboratoriya va real topshiriq bermaydi.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590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Yo'nalish yo'q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"Nimadan boshlash kerak?" — tuzilgan yo'l xaritasi va bosqichma-bosqich dastur yo'q.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2976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720840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208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4590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 bilan ko'prik yo'q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20840" y="52120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O'rgangan ko'nikmani isbotlash va ish beruvchiga ko'rsatishning aniq yo'li yo'q.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 — o'rganib, qilib, isbotlaydigan platforma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057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platformada: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434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tilli (uz / ru / en) — mahalliy o'quvchi uchun to'siqsiz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birinchi — brauzerda ishga tushadigan haqiqiy laboratoriyalar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yo'l xaritasi — bosqichma-bosqich modul va yo'llar (paths)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va musobaqalar — bilimni real bellashuvda sinash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+ ish ko'prigi — ko'nikmani isbotlab, ishga ulanish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7830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8192" y="1956816"/>
            <a:ext cx="402336" cy="40233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108192" y="19568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O'rgan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85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&amp; yo'llar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24963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6974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08192" y="2871216"/>
            <a:ext cx="402336" cy="402336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08192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099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Laboratoriya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34107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36118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08192" y="3785616"/>
            <a:ext cx="402336" cy="402336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08192" y="3785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0840" y="4014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&amp; musobaqa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3251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45262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08192" y="4700016"/>
            <a:ext cx="402336" cy="40233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08192" y="4700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4617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Isbotla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4928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52395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54406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108192" y="5614416"/>
            <a:ext cx="402336" cy="402336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108192" y="5614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5532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Ishga ulan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5843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ko'prigi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MAHSULOT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 qurdik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turgan, uch tilli, to'liq platforma — cdctf.uz da jonli.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95528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2560320"/>
            <a:ext cx="182880" cy="182880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O'rganish markazi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Paths, Modullar, Walkthroughs — TryHackMe uslubidagi tabli hub.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81144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18304" y="2560320"/>
            <a:ext cx="182880" cy="182880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81144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Haqiqiy laboratoriyalar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Izolyatsiyalangan mashinalar, "Ishga tushur" tugmasi bilan brauzerda.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676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03920" y="2560320"/>
            <a:ext cx="182880" cy="182880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66760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 topshiriqlar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Kategoriyali, ballik, jonli tekshiriladigan flaglar.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5528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2688" y="4572000"/>
            <a:ext cx="182880" cy="182880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5528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Musobaqalar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yakka rejimlar, jonli reyting, homiyli tadbirlar.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88536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81144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718304" y="4572000"/>
            <a:ext cx="182880" cy="182880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81144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Sertifikat &amp; tekshiruv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81144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Standartlashtirilgan sertifikat + ommaviy tekshirish portali.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66760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503920" y="4572000"/>
            <a:ext cx="182880" cy="182880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66760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Geymifikatsiya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daraja, streak, liga va nishonlar — motivatsiya uchun.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hozir va nega bu yerda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hukumat, banklar va IT sektorining o'sishi kiberxavfsizlik mutaxassislariga talabni portlatmoqda — kadr esa yetishmaydi.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3.5M+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bo'yicha to'ldirilmagan kiberxavfsizlik vakansiyalari*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62856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62856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internet foydalanuvchilari — o'quvchilar bazasi*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4152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48472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Uz/Ru/En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48472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platforma — mahalliy + mintaqaviy (Markaziy Osiyo) bozor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7742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(TAM)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kiberxavfsizlik ta'limi &amp; CTF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Erishiladigan (SAM)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talaba, IT-mutaxassis, korporativ o'quv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Boshlang'ich (SOM)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 klublari, IT Park, Telegram jamoasi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144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Taxminiy, sohaviy hisobotlar asosidagi baholash.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MODELI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O'quvchi uchun innovatsion — daromad uch bosqichda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" y="2075688"/>
            <a:ext cx="640080" cy="640080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&amp; grantlar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Innovatsion ta'limni ta'minlash uchun grant, homiylik va davlat/xalqaro fondlar.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5528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81144" y="2075688"/>
            <a:ext cx="640080" cy="640080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81144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85816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Homiyli CTF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1144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Kompaniyalar brendlangan musobaqa va tadbirlarga homiylik qiladi — analitika bilan.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81144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81144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4152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676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71432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ko'prigi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beruvchilar reytingdan iste'dod topadi — joylashtirish/obuna daromadi.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366760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bosqich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1389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 tarkibi — vaqt bilan siljish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126480" y="5029200"/>
          <a:ext cx="55778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TRAKSIYA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Erishilganlar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jonli, kontent bilan to'ldirilgan va foydalanuvchilar oqib kelmoqda — erta bosqichdamiz, lekin harakatdamiz.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Jonli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cdctf.uz'da ishlamoqda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47872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Fokusli modul va o'quv yo'llari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35624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64224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64224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So'nggi tahdid, AI, tarmoq, walkthrough kontenti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51976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80576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til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0576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uz / ru / en qamrov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11201400" cy="1920240"/>
          </a:xfrm>
          <a:prstGeom prst="roundRect">
            <a:avLst>
              <a:gd name="adj" fmla="val 571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Yaqinda yetkazilgan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 ishga tushirish tizimi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&amp; yakka musobaqa rejimlari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184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RBAC va admin boshqaruvi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5184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+ ommaviy tekshirish portali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6144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Learn→Hire ish ko'prigi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5508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56144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integratsiya: loglar, support, e'lonlar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FARQIMIZ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cdCTF, HTB yoki TryHackMe emas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91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Imkoniyat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50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210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870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TryHackMe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331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til (uz/ru)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8700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2935224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293522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uchun innovatsion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28700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3538728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35387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kontekstli kontent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28700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02920" y="4142232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41422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beruvchi ko'prigi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1422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41422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1100816" y="4315968"/>
            <a:ext cx="201168" cy="201168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1201400" y="4315968"/>
            <a:ext cx="100584" cy="201168"/>
          </a:xfrm>
          <a:prstGeom prst="ellipse">
            <a:avLst/>
          </a:prstGeom>
          <a:solidFill>
            <a:srgbClr val="141D33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2920" y="4745736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47457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 mahalliy CTF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2104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28700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02920" y="534924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5349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laboratoriyalar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2104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28700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BOZORGA CHIQISH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O'sish rejasi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Universitet &amp; maktablar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Klublar, mustaqil o'quv dasturi, o'qituvchi paneli orqali sinflar.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0196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01968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Park &amp; davlat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hamkorlik, mahalliy iste'dodni rivojlantirish dasturlari.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95528" y="4087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552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jamoasi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Kanal, e'lonlar va musobaqalar orqali organik o'sish.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601968" y="4087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0196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Homiyli tadbirlar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Brendlangan CTF — kompaniyalar bilan iste'dod + marketing.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quryapti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286000"/>
            <a:ext cx="1371600" cy="1371600"/>
          </a:xfrm>
          <a:prstGeom prst="ellipse">
            <a:avLst/>
          </a:prstGeom>
          <a:solidFill>
            <a:srgbClr val="1C2745"/>
          </a:solidFill>
          <a:ln w="254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HX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42316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Hikmatbek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2316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&amp; muhandis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Platformani boshidan oxirigacha o'zi qurdi — mahsulot, xavfsizlik, kontent va jamoa. Kiberxavfsizlik va mahalliy ta'lim missiyasiga sodiq.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Jamoani kengaytiramiz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muallif(lar)i — modul &amp; CTF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tadbir menejeri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Homiylik / biznes rivojlantirish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Mualliflik &amp; moderatsiya jamoasi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2708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29284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5860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56132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2708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29284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5860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56132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92708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29284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5860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56132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92708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65860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SO'ROV &amp; VIZYON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1600200"/>
            <a:ext cx="9326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Markaziy Osiyoning kiberxavfsizlik iste'dodlari zavodini quramiz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34440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Homiylar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Brendlangan CTF va fond hamkorligi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88536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62856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0056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Hamkorlar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62856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Universitet, IT Park, davlat dasturlari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74152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348472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05672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48472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Kontent, community va biznes rivoji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9600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2960" y="5212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Keling, birga quraylik.  </a:t>
            </a:r>
            <a:pPr algn="l" indent="0" marL="0">
              <a:buNone/>
            </a:pPr>
            <a:r>
              <a:rPr lang="en-US" sz="18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cdctf.uz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52120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Aloqa: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@cdctf   •   Asoschi: Hikmatbek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2026-08-08T08:31:30Z</dcterms:created>
  <dcterms:modified xsi:type="dcterms:W3CDTF">2026-08-08T08:31:30Z</dcterms:modified>
</cp:coreProperties>
</file>