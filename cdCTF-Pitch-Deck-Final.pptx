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cdCTF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O'zbekiston uchun ilg'or kiberxavfsizlik akademiyasi va amaliy CTF platformasi.</a:t>
            </a:r>
            <a:br/>
            <a:r>
              <a:t>O'rganishdan birinchi ishgacha — bitta platformada.</a:t>
            </a:r>
            <a:br/>
            <a:br/>
            <a:r>
              <a:t>Investitsiya maqsadi: $10,000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01 MUAMMO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Kiberxavfsizlik kadrlari yetishmaydi:</a:t>
            </a:r>
            <a:br/>
            <a:br/>
            <a:r>
              <a:t>• O'zbek tilida sifatli, amaliy kiberxavfsizlik ta'limi deyarli yo'q.</a:t>
            </a:r>
            <a:br/>
            <a:r>
              <a:t>• Xalqaro platformalar qimmat va faqat ingliz tilida.</a:t>
            </a:r>
            <a:br/>
            <a:r>
              <a:t>• Iqtidorli yoshlar bor, ammo o'rganish bilan ish o'rtasida ko'prik yo'q.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02 YECHIM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Bitta platforma uch bosqichni bog'laydi — real terminal ko'nikmalaridan birinchi ishgacha.</a:t>
            </a:r>
            <a:br/>
            <a:br/>
            <a:r>
              <a:t>• O'RGANISH (Akademiya): Noldan ilg'or darajagacha interaktiv darslar.</a:t>
            </a:r>
            <a:br/>
            <a:r>
              <a:t>• SINOV (CTF): O'rganganlarni amaliyotda tekshirish tizimi.</a:t>
            </a:r>
            <a:br/>
            <a:r>
              <a:t>• ISHGA CHIQISH (Karyera): HR bazasi va kadrlar yetkazib berish (B2B).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6858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03 MAHSULOT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Tayyor va ishlayotgan mahsulot. </a:t>
            </a:r>
            <a:br/>
            <a:r>
              <a:t>cdctf.uz orqali ilk foydalanuvchilar o'qishni boshladi.</a:t>
            </a:r>
            <a:br/>
            <a:br/>
            <a:r>
              <a:t>• 8 Modul</a:t>
            </a:r>
            <a:br/>
            <a:r>
              <a:t>• 64 Dars</a:t>
            </a:r>
            <a:br/>
            <a:r>
              <a:t>• 97 CTF Topshirig'i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6858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04 O'QUV DASTURI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Sistemali o'quv dasturi.</a:t>
            </a:r>
            <a:br/>
            <a:br/>
            <a:r>
              <a:t>Linux asoslaridan tortib to to'liq tarmoq tizimlarni ekspluatatsiya qilishgacha bo'lgan yo'nalishlar bitta joyda jamlangan.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reenshot_c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6858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144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05 AMALIYOT / CTF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6400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Nazariyani mustahkamlovchi yopiq poligonlar (Sandboxed labs).</a:t>
            </a:r>
            <a:br/>
            <a:br/>
            <a:r>
              <a:t>O'quvchilar real xakerlik ko'nikmalarini bizning xavfsiz va izolyatsiya qilingan bulutli serverlarimizda sinab ko'rishadi.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06 TEXNOLOGIYA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Jiddiy muhandislik. Kiberxavfsizlik platformasi o'zi ham xavfsiz bo'lishi shart.</a:t>
            </a:r>
            <a:br/>
            <a:br/>
            <a:r>
              <a:t>• Stack: React, Vite, Express 5, PostgreSQL, Drizzle ORM</a:t>
            </a:r>
            <a:br/>
            <a:r>
              <a:t>• Izolyatsiya: Har bir amaliyot alohida Docker konteynerda ishga tushadi</a:t>
            </a:r>
            <a:br/>
            <a:r>
              <a:t>• Xavfsizlik auditi: Qat'iy tekshiruv va avtomatik testlardan o'tgan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07 BIZNES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Biznes daromadini B2B segmentidan shakllantirish rejalashtirilgan:</a:t>
            </a:r>
            <a:br/>
            <a:br/>
            <a:r>
              <a:t>• Talent Pipeline (Kadrlar): Bitiruvchilarni IT kompaniyalarga yetkazib berish va komissiya olish.</a:t>
            </a:r>
            <a:br/>
            <a:r>
              <a:t>• Korporativ Ta'lim: Kompaniyalarning o'z dasturchilariga xavfsiz kod yozishni o'rgatuvchi B2B xizmatlar.</a:t>
            </a:r>
            <a:br/>
            <a:r>
              <a:t>• Premium Sertifikatsiya: Murakkablashtirilgan laboratoriyalar orqali xalqaro standartdagi pullik imtihon tizimi.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08 INVESTITSIYA MAQSADI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So'ralayotgan sarmoya: $10,000 (10 oylik operatsion xarajatlar uchun)</a:t>
            </a:r>
            <a:br/>
            <a:br/>
            <a:r>
              <a:t>• Marketing va Jamiyat (40%): O'zbekiston bo'ylab yirik va sovrinli ochiq CTF musobaqalari o'tkazish.</a:t>
            </a:r>
            <a:br/>
            <a:r>
              <a:t>• Jamoa (40%): Yangi murakkab laboratoriyalar yaratuvchi kiberxavfsizlik muhandislarini jalb qilish.</a:t>
            </a:r>
            <a:br/>
            <a:r>
              <a:t>• Infratuzilma (20%): Katta hajmdagi bulutli serverlar to'lovlarini qoplash.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0A2864"/>
                </a:solidFill>
                <a:latin typeface="Arial"/>
              </a:defRPr>
            </a:pPr>
            <a:r>
              <a:t>09 RAHMAT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solidFill>
                  <a:srgbClr val="28323C"/>
                </a:solidFill>
                <a:latin typeface="Arial"/>
              </a:defRPr>
            </a:pPr>
            <a:r>
              <a:t>Bir jamoa. Bir missiya.</a:t>
            </a:r>
            <a:br/>
            <a:br/>
            <a:r>
              <a:t>O'zbekiston uchun ilg'or kiberxavfsizlik ta'limi — barqaror biznes model bilan.</a:t>
            </a:r>
            <a:br/>
            <a:br/>
            <a:r>
              <a:t>Hikmatbek Xudoyberganov</a:t>
            </a:r>
            <a:br/>
            <a:r>
              <a:t>cdctf.uz | @cdctf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00" cy="182880"/>
          </a:xfrm>
          <a:prstGeom prst="rect">
            <a:avLst/>
          </a:prstGeom>
          <a:solidFill>
            <a:srgbClr val="0A64DC"/>
          </a:solidFill>
          <a:ln>
            <a:solidFill>
              <a:srgbClr val="0A6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